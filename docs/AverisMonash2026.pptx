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DA100"/>
                </a:solidFill>
                <a:latin typeface="Helvetica Neue"/>
              </a:defRPr>
            </a:pPr>
            <a:r>
              <a:t>AVERIS × MONASH HACKATHON 2026 — TEAM DEVSELF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Evermon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C3C9D1"/>
                </a:solidFill>
                <a:latin typeface="Helvetica Neue"/>
              </a:defRPr>
            </a:pPr>
            <a:r>
              <a:t>Reads a shipping-documentation inbox, compares SI against draft BL by meaning, escalates to a person with a stated reason instead of guessing.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Clerks manually cross-check SI vs BL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Seven fields, by hand: shipper, consignee, notify party, load/discharge port, container count, gross weight.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Documents never use the same labels — "Port of Loading" vs "Load Port".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missed mismatch puts the wrong consignee on a negotiable shipping document.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Why This Isn't a Wrapper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Rule-based, not prompted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Alias-table field alignment (dock/fields.py) and four-reason escalation precedence (dock/review.py) are the product.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An LLM given "compare these two documents" gets inconsistent field matching and no auditable policy.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Escalation reasons are fixed, never model-improvised — that's the pitch that survives a technical judge's follow-up.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Market — Who Pays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Freight forwarders &amp; shipping-line back offices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Buyer: the ops manager who owns error/rework cost and demurrage exposure — not the individual clerk.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Real B2B wedge, but a crowded category — needs one sharp number, e.g. clerk-hours saved per 100 emails.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Open-Source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Ship the trust layer, keep 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Open: classification rules, alias table, escalation logic (dock/classify.py, fields.py, review.py) — auditability is the trust argument.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Closed: document-parsing edge cases and any fine-tuned extraction — the maintenance moat, not "the loader".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Three steps, under two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Classify: spam, invoice chase, and a real SI+draft-BL pair — sorted correctly in one pass.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Relabelled fields ("Load Port" vs "Port of Loading") still align and flag a real mismatch.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missing/unreadable attachment escalates to NEEDS_REVIEW with the specific reason, not a guess.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  <a:latin typeface="Helvetica Neue"/>
              </a:defRPr>
            </a:pPr>
            <a:r>
              <a:t>Verified against the organisers' own grader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63717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A78D6"/>
                </a:solidFill>
                <a:latin typeface="Helvetica Neue"/>
              </a:defRPr>
            </a:pPr>
            <a:r>
              <a:t>1.0000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36371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514E"/>
                </a:solidFill>
                <a:latin typeface="Helvetica Neue"/>
              </a:defRPr>
            </a:pPr>
            <a:r>
              <a:t>overall score — classification, comparison, escalation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7258" y="2103120"/>
            <a:ext cx="363717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CA30C"/>
                </a:solidFill>
                <a:latin typeface="Helvetica Neue"/>
              </a:defRPr>
            </a:pPr>
            <a:r>
              <a:t>129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7258" y="3383280"/>
            <a:ext cx="36371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514E"/>
                </a:solidFill>
                <a:latin typeface="Helvetica Neue"/>
              </a:defRPr>
            </a:pPr>
            <a:r>
              <a:t>deterministic tests — no network, no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14436" y="2103120"/>
            <a:ext cx="363717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D03B3B"/>
                </a:solidFill>
                <a:latin typeface="Helvetica Neue"/>
              </a:defRPr>
            </a:pPr>
            <a:r>
              <a:t>46 /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14436" y="3383280"/>
            <a:ext cx="36371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514E"/>
                </a:solidFill>
                <a:latin typeface="Helvetica Neue"/>
              </a:defRPr>
            </a:pPr>
            <a:r>
              <a:t>real defect emails caught, 20 / 20 correctly escalated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Helvetica Neue"/>
              </a:defRPr>
            </a:pPr>
            <a:r>
              <a:t>Try it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Live prototype: evermon-demo.nazrijz336.workers.dev</a:t>
            </a:r>
          </a:p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Source: github.com/ponli550/Evermon</a:t>
            </a:r>
          </a:p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Thank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