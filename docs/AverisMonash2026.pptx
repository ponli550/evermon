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DA100"/>
                </a:solidFill>
                <a:latin typeface="Helvetica Neue"/>
              </a:defRPr>
            </a:pPr>
            <a:r>
              <a:t>AVERIS × MONASH HACKATHON 2026 — TEAM DEVSELF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Helvetica Neue"/>
              </a:defRPr>
            </a:pPr>
            <a:r>
              <a:t>Evermon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C3C9D1"/>
                </a:solidFill>
                <a:latin typeface="Helvetica Neue"/>
              </a:defRPr>
            </a:pPr>
            <a:r>
              <a:t>Reads a shipping-documentation inbox, compares SI against draft BL by meaning, escalates to a person with a stated reason instead of guessing.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Clerks manually cross-check SI vs BL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Seven fields, by hand: shipper, consignee, notify party, load/discharge port, container count, gross weight.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Documents never use the same labels — "Port of Loading" vs "Load Port".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missed mismatch puts the wrong consignee on a negotiable shipping document.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Why This Isn't a Wrapper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Rule-based, not prompted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Alias-table field alignment (dock/fields.py) and four-reason escalation precedence (dock/review.py) are the product.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An LLM given "compare these two documents" gets inconsistent field matching and no auditable policy.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Escalation reasons are fixed, never model-improvised — that's the pitch that survives a technical judge's follow-up.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Market — Who Pays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Freight forwarders &amp; shipping-line back offices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Buyer: the ops manager who owns error/rework cost and demurrage exposure — not the individual clerk.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Real B2B wedge, but a crowded category — needs one sharp number, e.g. clerk-hours saved per 100 emails.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Open-Source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Ship the trust layer, keep 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Open: classification rules, alias table, escalation logic (dock/classify.py, fields.py, review.py) — auditability is the trust argument.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Closed: document-parsing edge cases and any fine-tuned extraction — the maintenance moat, not "the loader".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Three steps, under 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Classify: spam, invoice chase, and a real SI+draft-BL pair — sorted correctly in one pass.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Relabelled fields ("Load Port" vs "Port of Loading") still align and flag a real mismatch.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missing/unreadable attachment escalates to NEEDS_REVIEW with the specific reason, not a guess.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  <a:latin typeface="Helvetica Neue"/>
              </a:defRPr>
            </a:pPr>
            <a:r>
              <a:t>Verified against the organisers' own grader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2A78D6"/>
                </a:solidFill>
                <a:latin typeface="Helvetica Neue"/>
              </a:defRPr>
            </a:pPr>
            <a:r>
              <a:t>1.0000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overall score — classification, comparison, escalation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77258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CA30C"/>
                </a:solidFill>
                <a:latin typeface="Helvetica Neue"/>
              </a:defRPr>
            </a:pPr>
            <a:r>
              <a:t>129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7258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deterministic tests — no network, no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14436" y="2103120"/>
            <a:ext cx="363717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D03B3B"/>
                </a:solidFill>
                <a:latin typeface="Helvetica Neue"/>
              </a:defRPr>
            </a:pPr>
            <a:r>
              <a:t>46 /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14436" y="3383280"/>
            <a:ext cx="36371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514E"/>
                </a:solidFill>
                <a:latin typeface="Helvetica Neue"/>
              </a:defRPr>
            </a:pPr>
            <a:r>
              <a:t>real defect emails caught, 20 / 20 correctly escalated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AI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E3ECFA"/>
                </a:solidFill>
                <a:latin typeface="Helvetica Neue"/>
              </a:defRPr>
            </a:pPr>
            <a:r>
              <a:t>Cloud-deployed: Claude, called headlessly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Proves it, never guesses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One headless claude -p call per escalation — copies a blank field only if stated on the other side.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Refuses outright, zero cost, when there's nothing to correct from.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Partial fixes are correct: one field gets fixed, the other still escalates.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Three parts, one shared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dock/: classify -&gt; extract -&gt; compare -&gt; escalate. Stdlib Python 3.11, the graded submission.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watch/: Go CLI + terminal dashboard, reuses dock.pipeline.decide() live — not a second implementation.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web-demo/: static Cloudflare Worker, a parity-verified TypeScript port of just the comparison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Implementation Details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What actually makes it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Classification reads the body first, not the subject — this corpus deliberately mislabels it.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Field alignment is table-driven: an unrecognised label returns nothing, never a guess.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No OCR, no vision model — scanned PDFs escalate correctly instead of inventing a value.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Challenges Faced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Two scoring incidents, one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91 "please send the BL" emails were first misclassified GENERAL — the scoreboard caught it.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That fix alone spiked false escalations 20 -&gt; 111, fixed with a narrower rule.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stray background daemon raced a live correction during testing — an operational gap.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0" b="1">
                <a:solidFill>
                  <a:srgbClr val="EDA100"/>
                </a:solidFill>
                <a:latin typeface="Helvetica Neue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115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Future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What's next, and what's deliberately not built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An audited OCR/vision fallback for scanned PDFs, with a stated confidence and escalation on doubt.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Push-based escalation (webhook/notification) instead of a file a person has to poll.</a:t>
            </a:r>
          </a:p>
          <a:p>
            <a:pPr>
              <a:spcAft>
                <a:spcPts val="1600"/>
              </a:spcAft>
              <a:defRPr sz="1800" b="0">
                <a:solidFill>
                  <a:srgbClr val="0B0B0B"/>
                </a:solidFill>
                <a:latin typeface="Helvetica Neue"/>
              </a:defRPr>
            </a:pPr>
            <a:r>
              <a:t>▸  A single-instance lock for the watcher daemon; exercising the untested Docker/HTTP loader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Helvetica Neue"/>
              </a:defRPr>
            </a:pPr>
            <a:r>
              <a:t>Try it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Live prototype: evermon-demo.nazrijz336.workers.dev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Demo video: youtu.be/TE72CMXwmZ0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Source: github.com/ponli550/Evermon</a:t>
            </a:r>
          </a:p>
          <a:p>
            <a:pPr>
              <a:spcAft>
                <a:spcPts val="1000"/>
              </a:spcAft>
              <a:defRPr sz="1800" b="0">
                <a:solidFill>
                  <a:srgbClr val="C3C9D1"/>
                </a:solidFill>
                <a:latin typeface="Helvetica Neue"/>
              </a:defRPr>
            </a:pPr>
            <a:r>
              <a:t>Thank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514E"/>
                </a:solidFill>
                <a:latin typeface="Helvetica Neue"/>
              </a:defRPr>
            </a:pPr>
            <a:r>
              <a:t>Evermon — Averis × Monash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A78D6"/>
                </a:solidFill>
                <a:latin typeface="Helvetica Neue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